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2 090 документов: PDF, DOCX, PPTX, XLS + OCR сканов на GPU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292 155 числовых условий — каждое дословно найдено в источнике (string-match)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665 утверждений: LLM извлекает по строгой JSON-схеме, цитаты верифицируются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292 155 чисел: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665 LLM-утверждений: цитата не совпала → в граф не попадает (отсеяно автоматически)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Уровни достоверности: высокая / средняя / низкая + статус (active / superseded)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Зоны разногласий: 3 000 автоматических рёбер «источники расходятся»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Пробелы в знаниях: система честно говорит, чего в корпусе нет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Аудит: любой ответ прослеживается до узла графа и строки документа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