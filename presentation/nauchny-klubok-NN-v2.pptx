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1 828 уникальных документов (дедуп по контент-хэшу): PDF, DOCX, PPTX, XLS + OCR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259 304 числовых условия — каждое дословно найдено в источнике (string-match)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665 утверждений: строгая JSON-схема, дословная цитата хранится в узле графа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Строгий AND: пересечение документов по всем числовым условиям сразу (8 из 1828)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259 304 числа: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665 LLM-утверждений: цитата не совпала → в граф не попадает; прошла — хранится в узле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Уровни достоверности + версионирование: active / superseded с указанием замены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Зоны разногласий: 3 000 рёбер «источники расходятся» (параметр + вещество)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Пробелы в знаниях: система честно говорит, чего в корпусе нет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Прослеживаемость: любой ответ → узел графа → дословная строка документа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Безопасность: санитизация вывода, аудит-лог по админ-токену, SHA256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